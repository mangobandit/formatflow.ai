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/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bodyPr/>
          <a:p>
            <a:r>
              <a:rPr lang="en-US"/>
              <a:t>Hello world</a:t>
            </a:r>
          </a:p>
          <a:p>
            <a:r>
              <a:rPr lang="en-US"/>
              <a:t>Quarterly results &amp; outlook</a:t>
            </a:r>
          </a:p>
          <a:p>
            <a:r>
              <a:rPr lang="en-US"/>
              <a:t>Contact: sales@example.com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sp>
        <p:txBody>
          <a:bodyPr/>
          <a:p>
            <a:r>
              <a:rPr lang="en-US"/>
              <a:t>Thank you</a:t>
            </a:r>
          </a:p>
        </p:txBody>
      </p:sp>
    </p:spTree>
  </p:cSld>
</p:sld>
</file>